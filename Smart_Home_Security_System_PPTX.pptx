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lear Sans" charset="1" panose="020B0503030202020304"/>
      <p:regular r:id="rId22"/>
    </p:embeddedFont>
    <p:embeddedFont>
      <p:font typeface="Sansation Bold" charset="1" panose="02000000000000000000"/>
      <p:regular r:id="rId23"/>
    </p:embeddedFont>
    <p:embeddedFont>
      <p:font typeface="Clear Sans Bold" charset="1" panose="020B0803030202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3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88748" y="4286930"/>
            <a:ext cx="8261144" cy="2737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2620030473 - S. Likhita</a:t>
            </a:r>
          </a:p>
          <a:p>
            <a:pPr algn="l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2620030502 - A. Akshara</a:t>
            </a:r>
          </a:p>
          <a:p>
            <a:pPr algn="l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2620040079 - T. Divya</a:t>
            </a:r>
          </a:p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14860" y="720932"/>
            <a:ext cx="11934195" cy="32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6"/>
              </a:lnSpc>
              <a:spcBef>
                <a:spcPct val="0"/>
              </a:spcBef>
            </a:pPr>
            <a:r>
              <a:rPr lang="en-US" b="true" sz="5380" spc="5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DESIGN AND SIMULATION OF A SMA</a:t>
            </a:r>
            <a:r>
              <a:rPr lang="en-US" b="true" sz="5380" spc="5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RT HOME SECURITY AND INTRUDER DETECTION SYSTEM USING COMBINATIONAL 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3428" y="6650941"/>
            <a:ext cx="8261144" cy="65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GUIDE: Dr. Venkanna Isampalli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3306" y="7597538"/>
            <a:ext cx="11881387" cy="65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Department of Freshman Engineering Department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03306" y="8247167"/>
            <a:ext cx="11881387" cy="134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Koneru Lakshmaiah Education Foundation</a:t>
            </a:r>
          </a:p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Academic Year: 2026-2027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7139" y="7981654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8776" y="2436767"/>
            <a:ext cx="12070701" cy="571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Unauthorized entry and other hazards can threaten home safety.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traditional security methods may not provide immediate detection.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Sensors can continuously monitor different conditions.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Digital logic can be used to process sensor signals.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proposed system provides a simple and quick alarm mechanism</a:t>
            </a:r>
          </a:p>
          <a:p>
            <a:pPr algn="just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97967" y="423775"/>
            <a:ext cx="9093394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7301" y="1575480"/>
            <a:ext cx="12070701" cy="60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32"/>
              </a:lnSpc>
              <a:spcBef>
                <a:spcPct val="0"/>
              </a:spcBef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why is home security important?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7139" y="7981654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8776" y="3074942"/>
            <a:ext cx="12070701" cy="443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Detect movement using a motion sensor.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Detect unauthorized door opening.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tect smoke or possible fire.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Combine sensor signals using combinational logic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Activate an alarm whenever a threat is detected.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Design and verify the circuit using Logisim.</a:t>
            </a:r>
          </a:p>
          <a:p>
            <a:pPr algn="just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73506"/>
            <a:ext cx="9093394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8798" y="8207781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9701" y="2534736"/>
            <a:ext cx="15303473" cy="646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4"/>
              </a:lnSpc>
            </a:pP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CO1: Und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erstand computer organization and represent digital information using binary numbers and logic gates.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CO2: 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Design and simulate combinational logic circuits and build simple ALUs.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CO3: Und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erstand sequential logic circuits, flip-flops, registers, counters, and finite state machines.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CO4: Understand register files, memory systems, and memory hierarchy.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CO5: Understand RISC-V instruction execution, assembly language, and processor datapaths.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CO6: Extend a single-cycle RISC-V processor with additional instructions and peripheral interfaces.</a:t>
            </a:r>
          </a:p>
          <a:p>
            <a:pPr algn="just" marL="0" indent="0" lvl="0">
              <a:lnSpc>
                <a:spcPts val="426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73506"/>
            <a:ext cx="12460777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COURSE OUTCOMES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8798" y="8207781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9701" y="3075587"/>
            <a:ext cx="15303473" cy="538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Logisim Evolution software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Input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p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ins/switches (Door, Wi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ndow,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Motion, Authorized Access)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OR gates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AND gate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NOT gate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</a:t>
            </a: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ed LED (alarm indicator)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Connecting wires</a:t>
            </a:r>
          </a:p>
          <a:p>
            <a:pPr algn="just" marL="613868" indent="-306934" lvl="1">
              <a:lnSpc>
                <a:spcPts val="4264"/>
              </a:lnSpc>
              <a:buFont typeface="Arial"/>
              <a:buChar char="•"/>
            </a:pPr>
            <a:r>
              <a:rPr lang="en-US" sz="2843" spc="8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Output pins (optional)</a:t>
            </a:r>
          </a:p>
          <a:p>
            <a:pPr algn="just">
              <a:lnSpc>
                <a:spcPts val="4264"/>
              </a:lnSpc>
            </a:pPr>
          </a:p>
          <a:p>
            <a:pPr algn="just" marL="0" indent="0" lvl="0">
              <a:lnSpc>
                <a:spcPts val="426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73506"/>
            <a:ext cx="14015398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REQUIRED COMPONENTS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08864" y="2813488"/>
            <a:ext cx="11798547" cy="5472177"/>
          </a:xfrm>
          <a:custGeom>
            <a:avLst/>
            <a:gdLst/>
            <a:ahLst/>
            <a:cxnLst/>
            <a:rect r="r" b="b" t="t" l="l"/>
            <a:pathLst>
              <a:path h="5472177" w="11798547">
                <a:moveTo>
                  <a:pt x="0" y="0"/>
                </a:moveTo>
                <a:lnTo>
                  <a:pt x="11798546" y="0"/>
                </a:lnTo>
                <a:lnTo>
                  <a:pt x="11798546" y="5472177"/>
                </a:lnTo>
                <a:lnTo>
                  <a:pt x="0" y="54721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0093" y="536324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BLOCK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8798" y="8285665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60294" y="223837"/>
            <a:ext cx="1414838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CIRCUIT WORKING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7311" y="1947775"/>
            <a:ext cx="15612522" cy="791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Working of the Smart Home Security and Intruder Detection System</a:t>
            </a:r>
          </a:p>
          <a:p>
            <a:pPr algn="l" marL="644584" indent="-322292" lvl="1">
              <a:lnSpc>
                <a:spcPts val="4478"/>
              </a:lnSpc>
              <a:buAutoNum type="arabicPeriod" startAt="1"/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Input Sensors: The system receives four binary inputs: Door (D), Window (W), Motion (M), and Authorized Access (P).</a:t>
            </a:r>
          </a:p>
          <a:p>
            <a:pPr algn="l" marL="644584" indent="-322292" lvl="1">
              <a:lnSpc>
                <a:spcPts val="4478"/>
              </a:lnSpc>
              <a:buAutoNum type="arabicPeriod" startAt="1"/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Logic Gate Processing: OR, NOT, and AND gates process the sensor inputs according to the Boolean expression.</a:t>
            </a:r>
          </a:p>
          <a:p>
            <a:pPr algn="l" marL="644584" indent="-322292" lvl="1">
              <a:lnSpc>
                <a:spcPts val="4478"/>
              </a:lnSpc>
              <a:buAutoNum type="arabicPeriod" startAt="1"/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Alarm Activation: The alarm turns ON when the door or window is opened without authorization, or when motion is detected.</a:t>
            </a:r>
          </a:p>
          <a:p>
            <a:pPr algn="l" marL="644584" indent="-322292" lvl="1">
              <a:lnSpc>
                <a:spcPts val="4478"/>
              </a:lnSpc>
              <a:buAutoNum type="arabicPeriod" startAt="1"/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Output Indication: A red LED indicates the alarm status. When the output is 1, the LED glows; when the output is 0, it remains OFF.</a:t>
            </a:r>
          </a:p>
          <a:p>
            <a:pPr algn="l">
              <a:lnSpc>
                <a:spcPts val="4478"/>
              </a:lnSpc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Boolean Expression:</a:t>
            </a:r>
          </a:p>
          <a:p>
            <a:pPr algn="l">
              <a:lnSpc>
                <a:spcPts val="4478"/>
              </a:lnSpc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Alarm = ((D + W) .  (NOT) P) + M</a:t>
            </a:r>
          </a:p>
          <a:p>
            <a:pPr algn="l" marL="0" indent="0" lvl="0">
              <a:lnSpc>
                <a:spcPts val="4478"/>
              </a:lnSpc>
              <a:spcBef>
                <a:spcPct val="0"/>
              </a:spcBef>
            </a:pPr>
            <a:r>
              <a:rPr lang="en-US" sz="2985" spc="8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Result: The system detects potential intrusions using combinational logic and provides a visual alarm indication.</a:t>
            </a:r>
          </a:p>
          <a:p>
            <a:pPr algn="l" marL="0" indent="0" lvl="0">
              <a:lnSpc>
                <a:spcPts val="44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3372" y="1635548"/>
            <a:ext cx="8695633" cy="9157203"/>
          </a:xfrm>
          <a:custGeom>
            <a:avLst/>
            <a:gdLst/>
            <a:ahLst/>
            <a:cxnLst/>
            <a:rect r="r" b="b" t="t" l="l"/>
            <a:pathLst>
              <a:path h="9157203" w="8695633">
                <a:moveTo>
                  <a:pt x="0" y="0"/>
                </a:moveTo>
                <a:lnTo>
                  <a:pt x="8695633" y="0"/>
                </a:lnTo>
                <a:lnTo>
                  <a:pt x="8695633" y="9157203"/>
                </a:lnTo>
                <a:lnTo>
                  <a:pt x="0" y="9157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53" r="0" b="-39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0024" y="421852"/>
            <a:ext cx="8918981" cy="12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75"/>
              </a:lnSpc>
              <a:spcBef>
                <a:spcPct val="0"/>
              </a:spcBef>
            </a:pPr>
            <a:r>
              <a:rPr lang="en-US" b="true" sz="7979" spc="7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TRUTH TABLE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0294" y="223837"/>
            <a:ext cx="1414838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LOGIC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3468" y="2353377"/>
            <a:ext cx="12554609" cy="661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530" spc="75" b="true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Boolean Expression: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 = ((D OR W) AND (NOT P)) OR M</a:t>
            </a:r>
          </a:p>
          <a:p>
            <a:pPr algn="l">
              <a:lnSpc>
                <a:spcPts val="3795"/>
              </a:lnSpc>
            </a:pP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 OR W → X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NOT P → Y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X AND Y → Z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Z OR M → A (Alarm)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Symbol                           Meaning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OR                                  Output is 1 if at least one input is 1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AND                               Output is 1 only if both inputs are 1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NOT                               Reverses the input: 0 becomes 1, and 1 becomes 0</a:t>
            </a:r>
          </a:p>
          <a:p>
            <a:pPr algn="l">
              <a:lnSpc>
                <a:spcPts val="3795"/>
              </a:lnSpc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                                    Final alarm output</a:t>
            </a:r>
          </a:p>
          <a:p>
            <a:pPr algn="l" marL="0" indent="0" lvl="0">
              <a:lnSpc>
                <a:spcPts val="3795"/>
              </a:lnSpc>
              <a:spcBef>
                <a:spcPct val="0"/>
              </a:spcBef>
            </a:pPr>
            <a:r>
              <a:rPr lang="en-US" sz="2530" spc="7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Final output: A = 1 means the alarm is ON; A = 0 means the alarm is OFF.</a:t>
            </a:r>
          </a:p>
          <a:p>
            <a:pPr algn="l" marL="0" indent="0" lvl="0">
              <a:lnSpc>
                <a:spcPts val="37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5652" y="1921287"/>
            <a:ext cx="15376695" cy="634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Ci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rcuit can be simulated using Logisim Evolution, Proteus, or Multisim.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Connect input switches for Door (D), Window (W), Motion (M), and Authorized Access (P).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Implement the Boolean expression using OR, AND, and NOT gates.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Connect a red LED to the final output to indicate alarm activation.</a:t>
            </a:r>
          </a:p>
          <a:p>
            <a:pPr algn="just" marL="724331" indent="-362166" lvl="1">
              <a:lnSpc>
                <a:spcPts val="5032"/>
              </a:lnSpc>
              <a:spcBef>
                <a:spcPct val="0"/>
              </a:spcBef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Test different input combinations to verify that the alarm turns ON during potential intrusion and remains OFF when no intrusion is detected.</a:t>
            </a:r>
          </a:p>
          <a:p>
            <a:pPr algn="just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2881" y="536324"/>
            <a:ext cx="17065748" cy="119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22"/>
              </a:lnSpc>
              <a:spcBef>
                <a:spcPct val="0"/>
              </a:spcBef>
            </a:pPr>
            <a:r>
              <a:rPr lang="en-US" b="true" sz="7768" spc="77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SIMULATION/IMPLEMENTATION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7139" y="7981654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8776" y="2755855"/>
            <a:ext cx="12070701" cy="507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Simple and cost-effective circuit design.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Fast response due to combinational logic.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Easy to implement and simulate using Logisim Evolution.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Provides visual alarm indication through an LED.</a:t>
            </a:r>
          </a:p>
          <a:p>
            <a:pPr algn="just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Can be extended with additional sensors and security features.</a:t>
            </a:r>
          </a:p>
          <a:p>
            <a:pPr algn="just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73506"/>
            <a:ext cx="9093394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ADVANTAGES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7139" y="7981654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8776" y="3074942"/>
            <a:ext cx="15561622" cy="490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3127" indent="-401564" lvl="1">
              <a:lnSpc>
                <a:spcPts val="5579"/>
              </a:lnSpc>
              <a:buFont typeface="Arial"/>
              <a:buChar char="•"/>
            </a:pP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No memory to store previous intrusion events.</a:t>
            </a:r>
          </a:p>
          <a:p>
            <a:pPr algn="just" marL="803127" indent="-401564" lvl="1">
              <a:lnSpc>
                <a:spcPts val="5579"/>
              </a:lnSpc>
              <a:buFont typeface="Arial"/>
              <a:buChar char="•"/>
            </a:pP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Cannot send remote alerts or notifications.</a:t>
            </a:r>
          </a:p>
          <a:p>
            <a:pPr algn="just" marL="803127" indent="-401564" lvl="1">
              <a:lnSpc>
                <a:spcPts val="5579"/>
              </a:lnSpc>
              <a:buFont typeface="Arial"/>
              <a:buChar char="•"/>
            </a:pP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Dep</a:t>
            </a: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ends on the accuracy of sensor inputs.</a:t>
            </a:r>
          </a:p>
          <a:p>
            <a:pPr algn="just" marL="803127" indent="-401564" lvl="1">
              <a:lnSpc>
                <a:spcPts val="5579"/>
              </a:lnSpc>
              <a:buFont typeface="Arial"/>
              <a:buChar char="•"/>
            </a:pP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</a:t>
            </a: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 real-time hardware sensors are included in the simulation.</a:t>
            </a:r>
          </a:p>
          <a:p>
            <a:pPr algn="just" marL="803127" indent="-401564" lvl="1">
              <a:lnSpc>
                <a:spcPts val="5579"/>
              </a:lnSpc>
              <a:buFont typeface="Arial"/>
              <a:buChar char="•"/>
            </a:pPr>
            <a:r>
              <a:rPr lang="en-US" sz="3719" spc="111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May produce false alarms if sensor inputs are incorrect.</a:t>
            </a:r>
          </a:p>
          <a:p>
            <a:pPr algn="just">
              <a:lnSpc>
                <a:spcPts val="5579"/>
              </a:lnSpc>
            </a:pPr>
          </a:p>
          <a:p>
            <a:pPr algn="just" marL="0" indent="0" lvl="0">
              <a:lnSpc>
                <a:spcPts val="55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73506"/>
            <a:ext cx="9093394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LIMITATIONS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7139" y="7981654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9" y="0"/>
                </a:lnTo>
                <a:lnTo>
                  <a:pt x="3596109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225496"/>
            <a:ext cx="7633516" cy="635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657" indent="-333328" lvl="1">
              <a:lnSpc>
                <a:spcPts val="4631"/>
              </a:lnSpc>
              <a:buFont typeface="Arial"/>
              <a:buChar char="•"/>
            </a:pP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Home and apartment security systems.</a:t>
            </a:r>
          </a:p>
          <a:p>
            <a:pPr algn="l" marL="666657" indent="-333328" lvl="1">
              <a:lnSpc>
                <a:spcPts val="4631"/>
              </a:lnSpc>
              <a:buFont typeface="Arial"/>
              <a:buChar char="•"/>
            </a:pP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Door and window intrusion detection.</a:t>
            </a:r>
          </a:p>
          <a:p>
            <a:pPr algn="l" marL="666657" indent="-333328" lvl="1">
              <a:lnSpc>
                <a:spcPts val="4631"/>
              </a:lnSpc>
              <a:buFont typeface="Arial"/>
              <a:buChar char="•"/>
            </a:pP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</a:t>
            </a: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otion-based security monitoring.</a:t>
            </a:r>
          </a:p>
          <a:p>
            <a:pPr algn="l" marL="666657" indent="-333328" lvl="1">
              <a:lnSpc>
                <a:spcPts val="4631"/>
              </a:lnSpc>
              <a:buFont typeface="Arial"/>
              <a:buChar char="•"/>
            </a:pP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Acces</a:t>
            </a: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 control in offices and laboratories.</a:t>
            </a:r>
          </a:p>
          <a:p>
            <a:pPr algn="l" marL="666657" indent="-333328" lvl="1">
              <a:lnSpc>
                <a:spcPts val="4631"/>
              </a:lnSpc>
              <a:buFont typeface="Arial"/>
              <a:buChar char="•"/>
            </a:pPr>
            <a:r>
              <a:rPr lang="en-US" sz="3087" spc="92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Basic security system prototyping and educational demonstrations.</a:t>
            </a:r>
          </a:p>
          <a:p>
            <a:pPr algn="just">
              <a:lnSpc>
                <a:spcPts val="4631"/>
              </a:lnSpc>
            </a:pPr>
          </a:p>
          <a:p>
            <a:pPr algn="just" marL="0" indent="0" lvl="0">
              <a:lnSpc>
                <a:spcPts val="463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33491" y="536324"/>
            <a:ext cx="13602631" cy="248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APPLICATIONS AND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0309" y="3225496"/>
            <a:ext cx="7852651" cy="603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179" indent="-288090" lvl="1">
              <a:lnSpc>
                <a:spcPts val="4003"/>
              </a:lnSpc>
              <a:buFont typeface="Arial"/>
              <a:buChar char="•"/>
            </a:pP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Integrate real sensors using a microcontroller.</a:t>
            </a:r>
          </a:p>
          <a:p>
            <a:pPr algn="l" marL="576179" indent="-288090" lvl="1">
              <a:lnSpc>
                <a:spcPts val="4003"/>
              </a:lnSpc>
              <a:buFont typeface="Arial"/>
              <a:buChar char="•"/>
            </a:pP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Add a buzzer for audible alarm alerts.</a:t>
            </a:r>
          </a:p>
          <a:p>
            <a:pPr algn="l" marL="576179" indent="-288090" lvl="1">
              <a:lnSpc>
                <a:spcPts val="4003"/>
              </a:lnSpc>
              <a:buFont typeface="Arial"/>
              <a:buChar char="•"/>
            </a:pP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Implement SMS or mobile app notifications.</a:t>
            </a:r>
          </a:p>
          <a:p>
            <a:pPr algn="l" marL="576179" indent="-288090" lvl="1">
              <a:lnSpc>
                <a:spcPts val="4003"/>
              </a:lnSpc>
              <a:buFont typeface="Arial"/>
              <a:buChar char="•"/>
            </a:pP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Store intrusion events using memory circuits.</a:t>
            </a:r>
          </a:p>
          <a:p>
            <a:pPr algn="l" marL="576179" indent="-288090" lvl="1">
              <a:lnSpc>
                <a:spcPts val="4003"/>
              </a:lnSpc>
              <a:buFont typeface="Arial"/>
              <a:buChar char="•"/>
            </a:pP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Inc</a:t>
            </a: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orporate password-based access and advanced authentication.</a:t>
            </a:r>
          </a:p>
          <a:p>
            <a:pPr algn="l" marL="576179" indent="-288090" lvl="1">
              <a:lnSpc>
                <a:spcPts val="4003"/>
              </a:lnSpc>
              <a:buFont typeface="Arial"/>
              <a:buChar char="•"/>
            </a:pP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Extend</a:t>
            </a:r>
            <a:r>
              <a:rPr lang="en-US" sz="2668" spc="8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the design with sequential logic for alarm history and system control.</a:t>
            </a:r>
          </a:p>
          <a:p>
            <a:pPr algn="just">
              <a:lnSpc>
                <a:spcPts val="4003"/>
              </a:lnSpc>
            </a:pPr>
          </a:p>
          <a:p>
            <a:pPr algn="just" marL="0" indent="0" lvl="0">
              <a:lnSpc>
                <a:spcPts val="40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15686"/>
            <a:ext cx="16230600" cy="588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823" indent="-374911" lvl="1">
              <a:lnSpc>
                <a:spcPts val="5209"/>
              </a:lnSpc>
              <a:buFont typeface="Arial"/>
              <a:buChar char="•"/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Designed a smart home security system using combinational logic.</a:t>
            </a:r>
          </a:p>
          <a:p>
            <a:pPr algn="l" marL="749823" indent="-374911" lvl="1">
              <a:lnSpc>
                <a:spcPts val="5209"/>
              </a:lnSpc>
              <a:buFont typeface="Arial"/>
              <a:buChar char="•"/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Implemented the Boolean expression using OR, AND, and NOT gates.</a:t>
            </a:r>
          </a:p>
          <a:p>
            <a:pPr algn="l" marL="749823" indent="-374911" lvl="1">
              <a:lnSpc>
                <a:spcPts val="5209"/>
              </a:lnSpc>
              <a:buFont typeface="Arial"/>
              <a:buChar char="•"/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Simulated intrusion detection using binary sensor inputs in Logisim Evolution.</a:t>
            </a:r>
          </a:p>
          <a:p>
            <a:pPr algn="l" marL="749823" indent="-374911" lvl="1">
              <a:lnSpc>
                <a:spcPts val="5209"/>
              </a:lnSpc>
              <a:buFont typeface="Arial"/>
              <a:buChar char="•"/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Used a red LED to indicate alarm activation.</a:t>
            </a:r>
          </a:p>
          <a:p>
            <a:pPr algn="l" marL="749823" indent="-374911" lvl="1">
              <a:lnSpc>
                <a:spcPts val="5209"/>
              </a:lnSpc>
              <a:buFont typeface="Arial"/>
              <a:buChar char="•"/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Dem</a:t>
            </a: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onstrated the practical application of digital logic in home security.</a:t>
            </a:r>
          </a:p>
          <a:p>
            <a:pPr algn="l" marL="749823" indent="-374911" lvl="1">
              <a:lnSpc>
                <a:spcPts val="5209"/>
              </a:lnSpc>
              <a:buFont typeface="Arial"/>
              <a:buChar char="•"/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</a:t>
            </a: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 system can be enhanced with real sensors, audible alarms, and remote notifications.</a:t>
            </a:r>
          </a:p>
          <a:p>
            <a:pPr algn="just">
              <a:lnSpc>
                <a:spcPts val="520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6324"/>
            <a:ext cx="9093394" cy="12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2"/>
              </a:lnSpc>
              <a:spcBef>
                <a:spcPct val="0"/>
              </a:spcBef>
            </a:pPr>
            <a:r>
              <a:rPr lang="en-US" b="true" sz="8135" spc="8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7020" y="2406473"/>
            <a:ext cx="16230600" cy="128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9"/>
              </a:lnSpc>
              <a:spcBef>
                <a:spcPct val="0"/>
              </a:spcBef>
            </a:pPr>
            <a:r>
              <a:rPr lang="en-US" sz="3473" spc="10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REPOSITORY LINK: https://github.com/AkulaAkshara/DDCA_Smart-Home-Security-System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26799"/>
            <a:ext cx="12163047" cy="106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6"/>
              </a:lnSpc>
              <a:spcBef>
                <a:spcPct val="0"/>
              </a:spcBef>
            </a:pPr>
            <a:r>
              <a:rPr lang="en-US" b="true" sz="6847" spc="6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GITHUB REPOSITORY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9372" y="5221503"/>
            <a:ext cx="1168925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69"/>
              </a:lnSpc>
              <a:spcBef>
                <a:spcPct val="0"/>
              </a:spcBef>
            </a:pPr>
            <a:r>
              <a:rPr lang="en-US" b="true" sz="11057" spc="11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61662" y="3370047"/>
            <a:ext cx="896467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76"/>
              </a:lnSpc>
              <a:spcBef>
                <a:spcPct val="0"/>
              </a:spcBef>
            </a:pPr>
            <a:r>
              <a:rPr lang="en-US" b="true" sz="13313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DAHX_0BqBcY</dc:identifier>
  <dcterms:modified xsi:type="dcterms:W3CDTF">2011-08-01T06:04:30Z</dcterms:modified>
  <cp:revision>1</cp:revision>
  <dc:title>Grey Abstract Minimalist Project Presentation</dc:title>
</cp:coreProperties>
</file>